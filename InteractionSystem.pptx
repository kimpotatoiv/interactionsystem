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71D8F-1E50-4D3D-B7BE-6EA051085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F5D919-A9E0-47BF-AF6F-D73932CE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30C199-1F81-42B3-A0C1-EEB38C5B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66AE9A-5FD6-4C82-A9B0-A77FC8622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A1867B-7534-4253-B18A-989BAC33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39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FDBEA-7CFE-40CE-8F96-BBE6AC2C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D2B3C3-5010-4D26-8570-7EAD0000C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14589B-6120-44BC-85AB-45F9F984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4E90B7-9B1A-4E17-8509-B5225476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1369E5-D411-43AA-9ABB-1B4B79841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12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61F9B-9265-415C-851C-758AA7F5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41558D-ED7B-4857-B669-CB18C31B5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848F36-9396-4531-88D4-771F29AB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73EA08-A3D4-4842-92EA-9A3FA767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2CDC7B-C54E-4E92-B0A6-54D52010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23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1247D-A842-41EF-8DF7-FA46F316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1A71E1-9875-48E6-BF52-5A9249159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9CAB67-17F0-4319-B721-AD1981A71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005E8A-89A1-4972-9606-D1BFBEFD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7C2E70-EF79-4FCB-A86C-21A609F4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864256-F2CE-4368-912A-E1FCC205B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944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EE5DC-7C7B-4665-A59D-8C78B90E8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119853-CE69-4C66-AB71-88E3BBEAD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F9832F-385E-49AB-B5B8-5CF28EA4E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9201CE6-F13B-4CAB-8481-C260AA6DD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4620CE-5BEF-4321-BFA6-B03171F8E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5D3165-78A7-461B-8988-CAED09F85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77FB16-E85C-4D02-9BC2-BCFF3F958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1E764F-A568-485D-9707-25A40607F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97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1CC469-03E6-4C4E-B839-274335C42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629568-3235-4942-B2F0-E296319F2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4867E1-9B88-436B-9D36-E329411F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9E4CA7-A18A-4173-817C-D2FEA664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765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9F5495-1E16-4569-9F69-1A22ACFB3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FF8942-E72B-4595-9C7D-8E444573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F04502-5566-4F6C-8B00-11E5CBBF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546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D9A51-AB86-4DA6-9FA1-069A204B1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389EA7-59AE-4D8F-BCE4-DBBBCCCDA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1554F9-4097-4B37-9DEE-FDEEBEADD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767016-EBE6-48B4-9E0B-7AC0BF03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252BE4-5145-4E65-81D7-F63185CD5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E58EE1-0CF5-4E99-AC6B-57AB47F0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1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0F41A-F081-4D81-81AE-CA430E30C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D3B0EA-7B7C-45D5-9C1D-8A773333C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07A708-590A-46E7-8472-4EC6EE637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586C46-379E-42FC-B802-06B54948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6B75EE-7E9C-4DA4-B055-E84DA66D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C149F0-C953-49B5-9EED-74022B33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12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27EBE-3439-4715-B2A3-A1FA55D5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2B030C-BEDC-4F0E-BEE0-C759108AA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9A086-576F-405B-9A15-40272A07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68EA4E-5A72-458D-8BAF-236DEFF6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77FEA6-5B9F-4D00-8D0C-9D3C88D9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983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C55B2F-5ACB-4185-B29F-9D74A4E8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E1AAAC-C93E-4EAB-BE22-906BBABD9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C8A0BE-D23E-43B2-8577-419EC5D5D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BA70DC-2528-44E7-B8A5-92DEA36B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C5FB63-45F0-4290-B505-36C7FC7F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787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5AE492-FDFF-4EA0-B9DA-1163B1EF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CE4A5C-6E1E-4E16-8F98-DFCBD8CE9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A136C-C143-4450-A8C4-6C2ED06FD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6B28C-6862-4326-81FC-0EA74E6CC2D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2719D1-F985-4F07-B27F-26D78CE2A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A64E8-1203-4D19-A577-5963C6E1F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A9AF7-0086-477A-81D7-98CAE8F65B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29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4044D14-BD40-40F1-9690-3BA1D5322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8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4044D14-BD40-40F1-9690-3BA1D5322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8F9AE0-F891-467B-868A-1C0E638DFD4A}"/>
              </a:ext>
            </a:extLst>
          </p:cNvPr>
          <p:cNvSpPr txBox="1"/>
          <p:nvPr/>
        </p:nvSpPr>
        <p:spPr>
          <a:xfrm>
            <a:off x="469075" y="4595752"/>
            <a:ext cx="7507183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태나다체 " panose="02000000000000000000" pitchFamily="2" charset="-127"/>
                <a:ea typeface="태나다체 " panose="02000000000000000000" pitchFamily="2" charset="-127"/>
              </a:rPr>
              <a:t>E</a:t>
            </a:r>
            <a:r>
              <a:rPr lang="ko-KR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태나다체 " panose="02000000000000000000" pitchFamily="2" charset="-127"/>
                <a:ea typeface="태나다체 " panose="02000000000000000000" pitchFamily="2" charset="-127"/>
              </a:rPr>
              <a:t> 키를 누르면 상호작용</a:t>
            </a:r>
            <a:r>
              <a:rPr lang="en-US" altLang="ko-KR" sz="6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태나다체 " panose="02000000000000000000" pitchFamily="2" charset="-127"/>
                <a:ea typeface="태나다체 " panose="02000000000000000000" pitchFamily="2" charset="-127"/>
              </a:rPr>
              <a:t>!</a:t>
            </a:r>
            <a:endParaRPr lang="ko-KR" altLang="en-US" sz="6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태나다체 " panose="02000000000000000000" pitchFamily="2" charset="-127"/>
              <a:ea typeface="태나다체 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825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4044D14-BD40-40F1-9690-3BA1D5322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51B6E7A-9C3A-43BD-8374-A370D86D45AB}"/>
              </a:ext>
            </a:extLst>
          </p:cNvPr>
          <p:cNvSpPr/>
          <p:nvPr/>
        </p:nvSpPr>
        <p:spPr>
          <a:xfrm>
            <a:off x="5836722" y="3143992"/>
            <a:ext cx="518556" cy="570016"/>
          </a:xfrm>
          <a:prstGeom prst="round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CF93A73-579C-4FC7-B955-1569B0E281C6}"/>
              </a:ext>
            </a:extLst>
          </p:cNvPr>
          <p:cNvSpPr/>
          <p:nvPr/>
        </p:nvSpPr>
        <p:spPr>
          <a:xfrm>
            <a:off x="3580410" y="454231"/>
            <a:ext cx="2600696" cy="57001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DE09B3D-0EC4-461F-857C-5E6FA90B273D}"/>
              </a:ext>
            </a:extLst>
          </p:cNvPr>
          <p:cNvSpPr/>
          <p:nvPr/>
        </p:nvSpPr>
        <p:spPr>
          <a:xfrm>
            <a:off x="1799108" y="1582385"/>
            <a:ext cx="1294414" cy="195052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7F53D71-7507-4575-8B42-5B6BD09ADAFD}"/>
              </a:ext>
            </a:extLst>
          </p:cNvPr>
          <p:cNvSpPr/>
          <p:nvPr/>
        </p:nvSpPr>
        <p:spPr>
          <a:xfrm>
            <a:off x="8544295" y="4512623"/>
            <a:ext cx="397823" cy="68876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1D12DCF-A1FA-49B7-A0CC-773610AE8EE4}"/>
              </a:ext>
            </a:extLst>
          </p:cNvPr>
          <p:cNvSpPr/>
          <p:nvPr/>
        </p:nvSpPr>
        <p:spPr>
          <a:xfrm>
            <a:off x="8942118" y="4512623"/>
            <a:ext cx="397823" cy="68876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244E81-DBDA-4DA3-A9B0-872E9A010442}"/>
              </a:ext>
            </a:extLst>
          </p:cNvPr>
          <p:cNvSpPr txBox="1"/>
          <p:nvPr/>
        </p:nvSpPr>
        <p:spPr>
          <a:xfrm>
            <a:off x="469075" y="4595752"/>
            <a:ext cx="7507183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태나다체 " panose="02000000000000000000" pitchFamily="2" charset="-127"/>
                <a:ea typeface="태나다체 " panose="02000000000000000000" pitchFamily="2" charset="-127"/>
              </a:rPr>
              <a:t>E</a:t>
            </a:r>
            <a:r>
              <a:rPr lang="ko-KR" altLang="en-US" sz="6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태나다체 " panose="02000000000000000000" pitchFamily="2" charset="-127"/>
                <a:ea typeface="태나다체 " panose="02000000000000000000" pitchFamily="2" charset="-127"/>
              </a:rPr>
              <a:t> 키를 누르면 상호작용</a:t>
            </a:r>
            <a:r>
              <a:rPr lang="en-US" altLang="ko-KR" sz="6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태나다체 " panose="02000000000000000000" pitchFamily="2" charset="-127"/>
                <a:ea typeface="태나다체 " panose="02000000000000000000" pitchFamily="2" charset="-127"/>
              </a:rPr>
              <a:t>!</a:t>
            </a:r>
            <a:endParaRPr lang="ko-KR" altLang="en-US" sz="6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태나다체 " panose="02000000000000000000" pitchFamily="2" charset="-127"/>
              <a:ea typeface="태나다체 " panose="020000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C15B35-059C-433F-99D1-82B0C400185F}"/>
              </a:ext>
            </a:extLst>
          </p:cNvPr>
          <p:cNvSpPr txBox="1"/>
          <p:nvPr/>
        </p:nvSpPr>
        <p:spPr>
          <a:xfrm>
            <a:off x="9339941" y="467234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나무는 베고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0C0A47-1E76-4DF4-BD89-B84390B39B2B}"/>
              </a:ext>
            </a:extLst>
          </p:cNvPr>
          <p:cNvSpPr txBox="1"/>
          <p:nvPr/>
        </p:nvSpPr>
        <p:spPr>
          <a:xfrm>
            <a:off x="3152910" y="2372980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집은 문을 열고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DC2B1F-5EEA-49D8-980D-2DB78734A3EF}"/>
              </a:ext>
            </a:extLst>
          </p:cNvPr>
          <p:cNvSpPr txBox="1"/>
          <p:nvPr/>
        </p:nvSpPr>
        <p:spPr>
          <a:xfrm>
            <a:off x="4688390" y="1144615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기차는 탑승하고</a:t>
            </a:r>
          </a:p>
        </p:txBody>
      </p:sp>
    </p:spTree>
    <p:extLst>
      <p:ext uri="{BB962C8B-B14F-4D97-AF65-F5344CB8AC3E}">
        <p14:creationId xmlns:p14="http://schemas.microsoft.com/office/powerpoint/2010/main" val="209348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24E5735-1674-425B-84DE-15C7BB8908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DFEB1A0-692E-4B97-B839-137E69AD0E8F}"/>
              </a:ext>
            </a:extLst>
          </p:cNvPr>
          <p:cNvGrpSpPr/>
          <p:nvPr/>
        </p:nvGrpSpPr>
        <p:grpSpPr>
          <a:xfrm>
            <a:off x="347630" y="696973"/>
            <a:ext cx="9675100" cy="5464055"/>
            <a:chOff x="347630" y="251614"/>
            <a:chExt cx="9675100" cy="546405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5A66852-D8AB-4313-8490-55849D159D08}"/>
                </a:ext>
              </a:extLst>
            </p:cNvPr>
            <p:cNvSpPr txBox="1"/>
            <p:nvPr/>
          </p:nvSpPr>
          <p:spPr>
            <a:xfrm>
              <a:off x="347630" y="251614"/>
              <a:ext cx="1552639" cy="71508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마루 부리OTF 조금굵은" panose="020B0600000101010101" pitchFamily="34" charset="-127"/>
                  <a:ea typeface="마루 부리OTF 조금굵은" panose="020B0600000101010101" pitchFamily="34" charset="-127"/>
                </a:rPr>
                <a:t>상호작용</a:t>
              </a:r>
              <a:endParaRPr lang="en-US" altLang="ko-KR" dirty="0">
                <a:solidFill>
                  <a:schemeClr val="bg1"/>
                </a:solidFill>
                <a:latin typeface="마루 부리OTF 조금굵은" panose="020B0600000101010101" pitchFamily="34" charset="-127"/>
                <a:ea typeface="마루 부리OTF 조금굵은" panose="020B0600000101010101" pitchFamily="34" charset="-127"/>
              </a:endParaRPr>
            </a:p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마루 부리OTF 조금굵은" panose="020B0600000101010101" pitchFamily="34" charset="-127"/>
                  <a:ea typeface="마루 부리OTF 조금굵은" panose="020B0600000101010101" pitchFamily="34" charset="-127"/>
                </a:rPr>
                <a:t>모듈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F2E6F3-CDE9-4524-A2A3-6563BF6ECAD2}"/>
                </a:ext>
              </a:extLst>
            </p:cNvPr>
            <p:cNvSpPr txBox="1"/>
            <p:nvPr/>
          </p:nvSpPr>
          <p:spPr>
            <a:xfrm>
              <a:off x="2855880" y="404846"/>
              <a:ext cx="1552639" cy="408623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accent6"/>
                  </a:solidFill>
                  <a:latin typeface="마루 부리OTF 조금굵은" panose="020B0600000101010101" pitchFamily="34" charset="-127"/>
                  <a:ea typeface="마루 부리OTF 조금굵은" panose="020B0600000101010101" pitchFamily="34" charset="-127"/>
                </a:rPr>
                <a:t>플레이어</a:t>
              </a: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3141F75-7D96-426C-874B-B736339CA580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900269" y="609158"/>
              <a:ext cx="931831" cy="1"/>
            </a:xfrm>
            <a:prstGeom prst="straightConnector1">
              <a:avLst/>
            </a:prstGeom>
            <a:ln w="19050">
              <a:solidFill>
                <a:schemeClr val="accent6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25EFE829-2292-4B17-878E-F1278D9CB286}"/>
                </a:ext>
              </a:extLst>
            </p:cNvPr>
            <p:cNvGrpSpPr/>
            <p:nvPr/>
          </p:nvGrpSpPr>
          <p:grpSpPr>
            <a:xfrm>
              <a:off x="2169270" y="1866006"/>
              <a:ext cx="7853460" cy="2140185"/>
              <a:chOff x="2173319" y="2839718"/>
              <a:chExt cx="7853460" cy="2140185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4DCB77B4-2F67-4D99-816E-1D5EC140934C}"/>
                  </a:ext>
                </a:extLst>
              </p:cNvPr>
              <p:cNvGrpSpPr/>
              <p:nvPr/>
            </p:nvGrpSpPr>
            <p:grpSpPr>
              <a:xfrm>
                <a:off x="2173319" y="2839718"/>
                <a:ext cx="1552639" cy="2140185"/>
                <a:chOff x="1900269" y="2839718"/>
                <a:chExt cx="1552639" cy="2140185"/>
              </a:xfrm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A1B61FE-BC2C-4DB3-9081-62189D58160D}"/>
                    </a:ext>
                  </a:extLst>
                </p:cNvPr>
                <p:cNvSpPr txBox="1"/>
                <p:nvPr/>
              </p:nvSpPr>
              <p:spPr>
                <a:xfrm>
                  <a:off x="1900269" y="2839718"/>
                  <a:ext cx="1552639" cy="715089"/>
                </a:xfrm>
                <a:prstGeom prst="roundRect">
                  <a:avLst/>
                </a:prstGeom>
                <a:noFill/>
                <a:ln>
                  <a:solidFill>
                    <a:schemeClr val="accent4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dirty="0">
                      <a:solidFill>
                        <a:schemeClr val="accent4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NPC</a:t>
                  </a:r>
                </a:p>
                <a:p>
                  <a:pPr algn="ctr"/>
                  <a:r>
                    <a:rPr lang="ko-KR" altLang="en-US" dirty="0">
                      <a:solidFill>
                        <a:schemeClr val="accent4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집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C43F657-F567-41A2-AD1E-B798CE40F733}"/>
                    </a:ext>
                  </a:extLst>
                </p:cNvPr>
                <p:cNvSpPr txBox="1"/>
                <p:nvPr/>
              </p:nvSpPr>
              <p:spPr>
                <a:xfrm>
                  <a:off x="1900269" y="4264814"/>
                  <a:ext cx="1552639" cy="715089"/>
                </a:xfrm>
                <a:prstGeom prst="round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solidFill>
                        <a:schemeClr val="bg1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상호작용</a:t>
                  </a:r>
                  <a:endParaRPr lang="en-US" altLang="ko-KR" dirty="0">
                    <a:solidFill>
                      <a:schemeClr val="bg1"/>
                    </a:solidFill>
                    <a:latin typeface="마루 부리OTF 조금굵은" panose="020B0600000101010101" pitchFamily="34" charset="-127"/>
                    <a:ea typeface="마루 부리OTF 조금굵은" panose="020B0600000101010101" pitchFamily="34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bg1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모듈</a:t>
                  </a:r>
                </a:p>
              </p:txBody>
            </p:sp>
            <p:cxnSp>
              <p:nvCxnSpPr>
                <p:cNvPr id="17" name="직선 연결선 16">
                  <a:extLst>
                    <a:ext uri="{FF2B5EF4-FFF2-40B4-BE49-F238E27FC236}">
                      <a16:creationId xmlns:a16="http://schemas.microsoft.com/office/drawing/2014/main" id="{67C91193-57F5-41DD-9640-D16C03DE6078}"/>
                    </a:ext>
                  </a:extLst>
                </p:cNvPr>
                <p:cNvCxnSpPr>
                  <a:stCxn id="10" idx="2"/>
                </p:cNvCxnSpPr>
                <p:nvPr/>
              </p:nvCxnSpPr>
              <p:spPr>
                <a:xfrm flipH="1">
                  <a:off x="2676588" y="3554807"/>
                  <a:ext cx="1" cy="710007"/>
                </a:xfrm>
                <a:prstGeom prst="line">
                  <a:avLst/>
                </a:prstGeom>
                <a:ln w="19050"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43AF0480-0ACE-4C2C-96D8-2974DC446C6B}"/>
                  </a:ext>
                </a:extLst>
              </p:cNvPr>
              <p:cNvGrpSpPr/>
              <p:nvPr/>
            </p:nvGrpSpPr>
            <p:grpSpPr>
              <a:xfrm>
                <a:off x="5319745" y="2839718"/>
                <a:ext cx="1552639" cy="2140185"/>
                <a:chOff x="4754530" y="2839718"/>
                <a:chExt cx="1552639" cy="2140185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337B7E-D660-439C-9444-3BCF8AF34506}"/>
                    </a:ext>
                  </a:extLst>
                </p:cNvPr>
                <p:cNvSpPr txBox="1"/>
                <p:nvPr/>
              </p:nvSpPr>
              <p:spPr>
                <a:xfrm>
                  <a:off x="4754530" y="2839718"/>
                  <a:ext cx="1552639" cy="715089"/>
                </a:xfrm>
                <a:prstGeom prst="roundRect">
                  <a:avLst/>
                </a:prstGeom>
                <a:noFill/>
                <a:ln>
                  <a:solidFill>
                    <a:schemeClr val="accent4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dirty="0">
                      <a:solidFill>
                        <a:schemeClr val="accent4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NPC</a:t>
                  </a:r>
                </a:p>
                <a:p>
                  <a:pPr algn="ctr"/>
                  <a:r>
                    <a:rPr lang="ko-KR" altLang="en-US" dirty="0">
                      <a:solidFill>
                        <a:schemeClr val="accent4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기차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3F10D52-22AF-48AB-997F-C38DD8517D43}"/>
                    </a:ext>
                  </a:extLst>
                </p:cNvPr>
                <p:cNvSpPr txBox="1"/>
                <p:nvPr/>
              </p:nvSpPr>
              <p:spPr>
                <a:xfrm>
                  <a:off x="4754530" y="4264814"/>
                  <a:ext cx="1552639" cy="715089"/>
                </a:xfrm>
                <a:prstGeom prst="round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solidFill>
                        <a:schemeClr val="bg1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상호작용</a:t>
                  </a:r>
                  <a:endParaRPr lang="en-US" altLang="ko-KR" dirty="0">
                    <a:solidFill>
                      <a:schemeClr val="bg1"/>
                    </a:solidFill>
                    <a:latin typeface="마루 부리OTF 조금굵은" panose="020B0600000101010101" pitchFamily="34" charset="-127"/>
                    <a:ea typeface="마루 부리OTF 조금굵은" panose="020B0600000101010101" pitchFamily="34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bg1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모듈</a:t>
                  </a:r>
                </a:p>
              </p:txBody>
            </p:sp>
            <p:cxnSp>
              <p:nvCxnSpPr>
                <p:cNvPr id="18" name="직선 연결선 17">
                  <a:extLst>
                    <a:ext uri="{FF2B5EF4-FFF2-40B4-BE49-F238E27FC236}">
                      <a16:creationId xmlns:a16="http://schemas.microsoft.com/office/drawing/2014/main" id="{F88597A5-9333-4E55-B4E0-D9F297D670EF}"/>
                    </a:ext>
                  </a:extLst>
                </p:cNvPr>
                <p:cNvCxnSpPr/>
                <p:nvPr/>
              </p:nvCxnSpPr>
              <p:spPr>
                <a:xfrm flipH="1">
                  <a:off x="5530849" y="3554807"/>
                  <a:ext cx="1" cy="710007"/>
                </a:xfrm>
                <a:prstGeom prst="line">
                  <a:avLst/>
                </a:prstGeom>
                <a:ln w="19050"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D8D46A83-C19E-4C46-B60E-CE8B679CC660}"/>
                  </a:ext>
                </a:extLst>
              </p:cNvPr>
              <p:cNvGrpSpPr/>
              <p:nvPr/>
            </p:nvGrpSpPr>
            <p:grpSpPr>
              <a:xfrm>
                <a:off x="8466170" y="2839718"/>
                <a:ext cx="1560609" cy="2140185"/>
                <a:chOff x="8193120" y="2839718"/>
                <a:chExt cx="1560609" cy="2140185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8F48EB3-D9FE-4825-B2DC-A625FC6939CF}"/>
                    </a:ext>
                  </a:extLst>
                </p:cNvPr>
                <p:cNvSpPr txBox="1"/>
                <p:nvPr/>
              </p:nvSpPr>
              <p:spPr>
                <a:xfrm>
                  <a:off x="8193120" y="2839718"/>
                  <a:ext cx="1552639" cy="715089"/>
                </a:xfrm>
                <a:prstGeom prst="roundRect">
                  <a:avLst/>
                </a:prstGeom>
                <a:noFill/>
                <a:ln>
                  <a:solidFill>
                    <a:schemeClr val="accent4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dirty="0">
                      <a:solidFill>
                        <a:schemeClr val="accent4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NPC</a:t>
                  </a:r>
                </a:p>
                <a:p>
                  <a:pPr algn="ctr"/>
                  <a:r>
                    <a:rPr lang="ko-KR" altLang="en-US" dirty="0">
                      <a:solidFill>
                        <a:schemeClr val="accent4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나무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ADE55AE-2BF0-43A8-A529-2C09FC14A8F6}"/>
                    </a:ext>
                  </a:extLst>
                </p:cNvPr>
                <p:cNvSpPr txBox="1"/>
                <p:nvPr/>
              </p:nvSpPr>
              <p:spPr>
                <a:xfrm>
                  <a:off x="8201090" y="4264814"/>
                  <a:ext cx="1552639" cy="715089"/>
                </a:xfrm>
                <a:prstGeom prst="round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solidFill>
                        <a:schemeClr val="bg1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상호작용</a:t>
                  </a:r>
                  <a:endParaRPr lang="en-US" altLang="ko-KR" dirty="0">
                    <a:solidFill>
                      <a:schemeClr val="bg1"/>
                    </a:solidFill>
                    <a:latin typeface="마루 부리OTF 조금굵은" panose="020B0600000101010101" pitchFamily="34" charset="-127"/>
                    <a:ea typeface="마루 부리OTF 조금굵은" panose="020B0600000101010101" pitchFamily="34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bg1"/>
                      </a:solidFill>
                      <a:latin typeface="마루 부리OTF 조금굵은" panose="020B0600000101010101" pitchFamily="34" charset="-127"/>
                      <a:ea typeface="마루 부리OTF 조금굵은" panose="020B0600000101010101" pitchFamily="34" charset="-127"/>
                    </a:rPr>
                    <a:t>모듈</a:t>
                  </a:r>
                </a:p>
              </p:txBody>
            </p: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A3F1A2BF-0534-45A4-B9BC-F3E15E92FAF6}"/>
                    </a:ext>
                  </a:extLst>
                </p:cNvPr>
                <p:cNvCxnSpPr/>
                <p:nvPr/>
              </p:nvCxnSpPr>
              <p:spPr>
                <a:xfrm flipH="1">
                  <a:off x="8977408" y="3554807"/>
                  <a:ext cx="1" cy="710007"/>
                </a:xfrm>
                <a:prstGeom prst="line">
                  <a:avLst/>
                </a:prstGeom>
                <a:ln w="19050">
                  <a:solidFill>
                    <a:schemeClr val="accent4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626DA4-B1F6-4744-BBC9-D6140829F14A}"/>
                </a:ext>
              </a:extLst>
            </p:cNvPr>
            <p:cNvSpPr txBox="1"/>
            <p:nvPr/>
          </p:nvSpPr>
          <p:spPr>
            <a:xfrm>
              <a:off x="5319681" y="5307046"/>
              <a:ext cx="1552639" cy="408623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accent6"/>
                  </a:solidFill>
                  <a:latin typeface="마루 부리OTF 조금굵은" panose="020B0600000101010101" pitchFamily="34" charset="-127"/>
                  <a:ea typeface="마루 부리OTF 조금굵은" panose="020B0600000101010101" pitchFamily="34" charset="-127"/>
                </a:rPr>
                <a:t>플레이어</a:t>
              </a: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37CCAC90-ACB6-4392-B4D2-5FB233A0C508}"/>
                </a:ext>
              </a:extLst>
            </p:cNvPr>
            <p:cNvCxnSpPr>
              <a:cxnSpLocks/>
              <a:stCxn id="13" idx="2"/>
              <a:endCxn id="24" idx="0"/>
            </p:cNvCxnSpPr>
            <p:nvPr/>
          </p:nvCxnSpPr>
          <p:spPr>
            <a:xfrm>
              <a:off x="2945590" y="4006191"/>
              <a:ext cx="3150411" cy="1300855"/>
            </a:xfrm>
            <a:prstGeom prst="straightConnector1">
              <a:avLst/>
            </a:prstGeom>
            <a:ln w="19050">
              <a:solidFill>
                <a:schemeClr val="accent6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4325EF82-C586-4C4B-A89E-3D6952496B18}"/>
                </a:ext>
              </a:extLst>
            </p:cNvPr>
            <p:cNvCxnSpPr>
              <a:cxnSpLocks/>
              <a:stCxn id="14" idx="2"/>
              <a:endCxn id="24" idx="0"/>
            </p:cNvCxnSpPr>
            <p:nvPr/>
          </p:nvCxnSpPr>
          <p:spPr>
            <a:xfrm>
              <a:off x="6092016" y="4006191"/>
              <a:ext cx="3985" cy="1300855"/>
            </a:xfrm>
            <a:prstGeom prst="straightConnector1">
              <a:avLst/>
            </a:prstGeom>
            <a:ln w="19050">
              <a:solidFill>
                <a:schemeClr val="accent6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D4BF04BC-E5AE-4AC3-966F-8D121F0492B4}"/>
                </a:ext>
              </a:extLst>
            </p:cNvPr>
            <p:cNvCxnSpPr>
              <a:cxnSpLocks/>
              <a:stCxn id="15" idx="2"/>
              <a:endCxn id="24" idx="0"/>
            </p:cNvCxnSpPr>
            <p:nvPr/>
          </p:nvCxnSpPr>
          <p:spPr>
            <a:xfrm flipH="1">
              <a:off x="6096001" y="4006191"/>
              <a:ext cx="3150410" cy="1300855"/>
            </a:xfrm>
            <a:prstGeom prst="straightConnector1">
              <a:avLst/>
            </a:prstGeom>
            <a:ln w="19050">
              <a:solidFill>
                <a:schemeClr val="accent6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154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33</Words>
  <Application>Microsoft Office PowerPoint</Application>
  <PresentationFormat>와이드스크린</PresentationFormat>
  <Paragraphs>21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나눔스퀘어_ac Bold</vt:lpstr>
      <vt:lpstr>마루 부리OTF 조금굵은</vt:lpstr>
      <vt:lpstr>맑은 고딕</vt:lpstr>
      <vt:lpstr>태나다체 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 Hyun</dc:creator>
  <cp:lastModifiedBy>Sung Hyun</cp:lastModifiedBy>
  <cp:revision>20</cp:revision>
  <dcterms:created xsi:type="dcterms:W3CDTF">2026-04-16T02:51:25Z</dcterms:created>
  <dcterms:modified xsi:type="dcterms:W3CDTF">2026-04-16T03:35:39Z</dcterms:modified>
</cp:coreProperties>
</file>